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OBSIDIAN AGENT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94560"/>
                </a:solidFill>
                <a:latin typeface="Calibri"/>
              </a:defRPr>
            </a:pPr>
            <a:r>
              <a:t>A structured memory layer for coding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>
                <a:solidFill>
                  <a:srgbClr val="CCCCCC"/>
                </a:solidFill>
                <a:latin typeface="Calibri"/>
              </a:defRPr>
            </a:pPr>
            <a:r>
              <a:t>Every new session starts from zero. You re-paste context.</a:t>
            </a:r>
            <a:br/>
            <a:r>
              <a:t>You re-explain your stack. You re-describe rules you've</a:t>
            </a:r>
            <a:br/>
            <a:r>
              <a:t>already written down. It works, barely. Then it breaks.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Built with the PHAROS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1371600" cy="274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VAULT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94560"/>
                </a:solidFill>
                <a:latin typeface="Calibri"/>
              </a:defRPr>
            </a:pPr>
            <a:r>
              <a:t>Four folders. One system. Zero guesswork.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82880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8288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onsolas"/>
              </a:defRPr>
            </a:pPr>
            <a:r>
              <a:t>raw/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Incoming captures.</a:t>
            </a:r>
            <a:br/>
            <a:r>
              <a:t>Unsynthesized material.</a:t>
            </a:r>
            <a:br/>
            <a:r>
              <a:t>Preserve as-is.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0632" y="1783080"/>
            <a:ext cx="182880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0632" y="1783080"/>
            <a:ext cx="18288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onsolas"/>
              </a:defRPr>
            </a:pPr>
            <a:r>
              <a:t>wiki/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5603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>
                <a:solidFill>
                  <a:srgbClr val="CCCCCC"/>
                </a:solidFill>
                <a:latin typeface="Calibri"/>
              </a:defRPr>
            </a:pPr>
            <a:r>
              <a:t>Linked knowledge.</a:t>
            </a:r>
            <a:br/>
            <a:r>
              <a:t>Retrieval-ready pages.</a:t>
            </a:r>
            <a:br/>
            <a:r>
              <a:t>The working memory.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01184" y="1783080"/>
            <a:ext cx="182880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01184" y="1783080"/>
            <a:ext cx="18288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onsolas"/>
              </a:defRPr>
            </a:pPr>
            <a:r>
              <a:t>skills/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5603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Reusable agent prompts.</a:t>
            </a:r>
            <a:br/>
            <a:r>
              <a:t>Synthesis instructions.</a:t>
            </a:r>
            <a:br/>
            <a:r>
              <a:t>Workflow templates.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31736" y="1783080"/>
            <a:ext cx="182880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31736" y="1783080"/>
            <a:ext cx="18288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onsolas"/>
              </a:defRPr>
            </a:pPr>
            <a:r>
              <a:t>archive/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25603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>
                <a:solidFill>
                  <a:srgbClr val="CCCCCC"/>
                </a:solidFill>
                <a:latin typeface="Calibri"/>
              </a:defRPr>
            </a:pPr>
            <a:r>
              <a:t>Finished material.</a:t>
            </a:r>
            <a:br/>
            <a:r>
              <a:t>Processed sources.</a:t>
            </a:r>
            <a:br/>
            <a:r>
              <a:t>Clean separation.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94560"/>
                </a:solidFill>
                <a:latin typeface="Consolas"/>
              </a:defRPr>
            </a:pPr>
            <a:r>
              <a:t>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The file the agent reads first. Every session.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93392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Who you are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96312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What you're building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99232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Your stack and tools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1993392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Rules to follow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0" y="2496312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Where to look in the vault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2999232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What to never 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7680960" cy="36576"/>
          </a:xfrm>
          <a:prstGeom prst="rect">
            <a:avLst/>
          </a:prstGeom>
          <a:solidFill>
            <a:srgbClr val="B8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1">
                <a:solidFill>
                  <a:srgbClr val="FFFFFF"/>
                </a:solidFill>
                <a:latin typeface="Calibri"/>
              </a:defRPr>
            </a:pPr>
            <a:r>
              <a:t>You edit it once. The agent never asks you</a:t>
            </a:r>
            <a:br/>
            <a:r>
              <a:t>to re-explain the project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88899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What most people's CLAUDE.md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680960" cy="219456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0">
                <a:solidFill>
                  <a:srgbClr val="888899"/>
                </a:solidFill>
                <a:latin typeface="Consolas"/>
              </a:defRPr>
            </a:pPr>
            <a:r>
              <a:t># My Project</a:t>
            </a:r>
            <a:br/>
            <a:br/>
            <a:r>
              <a:t>This is my project. Tech: React, Node.</a:t>
            </a:r>
            <a:br/>
            <a:br/>
            <a:r>
              <a:t>Please help me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  <a:latin typeface="Calibri"/>
              </a:defRPr>
            </a:pPr>
            <a:r>
              <a:t>The agent knows the stack, and nothing else.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B71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B71"/>
                </a:solidFill>
                <a:latin typeface="Calibri"/>
              </a:defRPr>
            </a:pPr>
            <a:r>
              <a:t>Ten minutes with the vault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7132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>
                <a:solidFill>
                  <a:srgbClr val="4ECB71"/>
                </a:solidFill>
                <a:latin typeface="Consolas"/>
              </a:defRPr>
            </a:pPr>
            <a:r>
              <a:t># Who: Martin — governance researcher, PhD</a:t>
            </a:r>
            <a:br/>
            <a:r>
              <a:t># Active Projects: [[PHAROS-Suite]], [[Vault Product]]</a:t>
            </a:r>
            <a:br/>
            <a:r>
              <a:t># Stack: Python, Obsidian, Claude Code, WSL</a:t>
            </a:r>
            <a:br/>
            <a:r>
              <a:t># Rules: never overwrite raw/, always link wiki notes</a:t>
            </a:r>
            <a:br/>
            <a:r>
              <a:t># Vault Map:</a:t>
            </a:r>
            <a:br/>
            <a:r>
              <a:t>#   raw/    → incoming captures</a:t>
            </a:r>
            <a:br/>
            <a:r>
              <a:t>#   wiki/   → linked retrieval-ready knowledge</a:t>
            </a:r>
            <a:br/>
            <a:r>
              <a:t>#   skills/ → reusable agent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agent knows what to read, where to navigate, and when to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GROWTH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94560"/>
                </a:solidFill>
                <a:latin typeface="Calibri"/>
              </a:defRPr>
            </a:pPr>
            <a:r>
              <a:t>No database. No embeddings. Just 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7373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205740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DROP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Raw notes go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6517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945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828800"/>
            <a:ext cx="17373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19272" y="205740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SYNTHESIZE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Agent creates wiki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6517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945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8304" y="1828800"/>
            <a:ext cx="17373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58384" y="205740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Hub notes connect everything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6517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945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7416" y="1828800"/>
            <a:ext cx="17373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97496" y="205740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7496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GROW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8856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Memory layer compounds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defRPr sz="1500" b="0">
                <a:solidFill>
                  <a:srgbClr val="FFFFFF"/>
                </a:solidFill>
                <a:latin typeface="Calibri"/>
              </a:defRPr>
            </a:pPr>
            <a:r>
              <a:t>After a few weeks, your agent has a memory layer</a:t>
            </a:r>
            <a:br/>
            <a:r>
              <a:t>it can actually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STOP RE-EXPLAINING</a:t>
            </a:r>
            <a:br/>
            <a:r>
              <a:t>YOURSELF EVERY SESSION.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194560"/>
            <a:ext cx="237744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88899"/>
                </a:solidFill>
                <a:latin typeface="Calibri"/>
              </a:defRPr>
            </a:pPr>
            <a:r>
              <a:t>Template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94560"/>
                </a:solidFill>
                <a:latin typeface="Calibri"/>
              </a:defRPr>
            </a:pPr>
            <a:r>
              <a:t>$49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Vault + CLAUDE.md + templates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94560"/>
            <a:ext cx="237744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88899"/>
                </a:solidFill>
                <a:latin typeface="Calibri"/>
              </a:defRPr>
            </a:pPr>
            <a:r>
              <a:t>Guided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94560"/>
                </a:solidFill>
                <a:latin typeface="Calibri"/>
              </a:defRPr>
            </a:pPr>
            <a:r>
              <a:t>$299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1-on-1 build with Martin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194560"/>
            <a:ext cx="237744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88899"/>
                </a:solidFill>
                <a:latin typeface="Calibri"/>
              </a:defRPr>
            </a:pPr>
            <a:r>
              <a:t>Full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94560"/>
                </a:solidFill>
                <a:latin typeface="Calibri"/>
              </a:defRPr>
            </a:pPr>
            <a:r>
              <a:t>$2,500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Custom vault + agent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94560"/>
                </a:solidFill>
                <a:latin typeface="Calibri"/>
              </a:defRPr>
            </a:pPr>
            <a:r>
              <a:t>pharos-ai.ca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Built with the PHAROS Method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